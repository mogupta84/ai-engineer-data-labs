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Support Operations QBR — Q1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Prepared for the Support Leadership Review, 12 April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Action: revise the spillage evidence window from 24 hours after partner feedback in Q2.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Refund claim volume rose 18 percent quarter on quarter. Order volume rose 22 percent over the same period, so the refund rate fell slightly from 4.4 percent to 4.2 percent.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Refund volume and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Escalations exceeding the four hour supervisor response target: 312 cases, concentrated in the Delhi NCR and Bengaluru regions during the evening peak.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/>
              <a:t>P2 cases represented 61 percent of all escalations, driven mainly by spillage claims on liquid-heavy orders.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/>
              <a:t>Escalation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